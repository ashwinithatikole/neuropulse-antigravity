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3" r:id="rId6"/>
    <p:sldId id="268" r:id="rId7"/>
    <p:sldId id="267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E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3134B9-1318-4E77-B14A-B6363EB09549}" v="155" dt="2026-02-08T16:30:18.850"/>
    <p1510:client id="{6E428F4D-7AEF-2F31-C653-2B242C02AEE6}" v="1" dt="2026-02-08T16:29:33.780"/>
    <p1510:client id="{B96C3366-4D5A-A605-B85C-DB7E02379935}" v="20" dt="2026-02-08T16:30:25.461"/>
    <p1510:client id="{DC2152D7-5E1B-1C85-406E-ED7A3B7834EF}" v="32" dt="2026-02-08T16:37:34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ini Tatikole" userId="1219d8f104f0543e" providerId="LiveId" clId="{001F7B2A-F9E7-448D-9124-2B2999D7FD8E}"/>
    <pc:docChg chg="undo custSel modSld sldOrd">
      <pc:chgData name="Ashwini Tatikole" userId="1219d8f104f0543e" providerId="LiveId" clId="{001F7B2A-F9E7-448D-9124-2B2999D7FD8E}" dt="2026-02-08T16:30:18.850" v="742" actId="20577"/>
      <pc:docMkLst>
        <pc:docMk/>
      </pc:docMkLst>
      <pc:sldChg chg="modSp mod">
        <pc:chgData name="Ashwini Tatikole" userId="1219d8f104f0543e" providerId="LiveId" clId="{001F7B2A-F9E7-448D-9124-2B2999D7FD8E}" dt="2026-02-08T16:30:18.850" v="742" actId="20577"/>
        <pc:sldMkLst>
          <pc:docMk/>
          <pc:sldMk cId="0" sldId="257"/>
        </pc:sldMkLst>
        <pc:spChg chg="mod">
          <ac:chgData name="Ashwini Tatikole" userId="1219d8f104f0543e" providerId="LiveId" clId="{001F7B2A-F9E7-448D-9124-2B2999D7FD8E}" dt="2026-02-08T15:58:26.858" v="528" actId="20577"/>
          <ac:spMkLst>
            <pc:docMk/>
            <pc:sldMk cId="0" sldId="257"/>
            <ac:spMk id="55" creationId="{00000000-0000-0000-0000-000000000000}"/>
          </ac:spMkLst>
        </pc:spChg>
        <pc:spChg chg="mod">
          <ac:chgData name="Ashwini Tatikole" userId="1219d8f104f0543e" providerId="LiveId" clId="{001F7B2A-F9E7-448D-9124-2B2999D7FD8E}" dt="2026-02-08T15:58:41.145" v="557" actId="20577"/>
          <ac:spMkLst>
            <pc:docMk/>
            <pc:sldMk cId="0" sldId="257"/>
            <ac:spMk id="57" creationId="{00000000-0000-0000-0000-000000000000}"/>
          </ac:spMkLst>
        </pc:spChg>
        <pc:spChg chg="mod">
          <ac:chgData name="Ashwini Tatikole" userId="1219d8f104f0543e" providerId="LiveId" clId="{001F7B2A-F9E7-448D-9124-2B2999D7FD8E}" dt="2026-02-08T15:59:02.838" v="604" actId="20577"/>
          <ac:spMkLst>
            <pc:docMk/>
            <pc:sldMk cId="0" sldId="257"/>
            <ac:spMk id="61" creationId="{00000000-0000-0000-0000-000000000000}"/>
          </ac:spMkLst>
        </pc:spChg>
        <pc:spChg chg="mod">
          <ac:chgData name="Ashwini Tatikole" userId="1219d8f104f0543e" providerId="LiveId" clId="{001F7B2A-F9E7-448D-9124-2B2999D7FD8E}" dt="2026-02-08T15:43:52.626" v="455" actId="20577"/>
          <ac:spMkLst>
            <pc:docMk/>
            <pc:sldMk cId="0" sldId="257"/>
            <ac:spMk id="64" creationId="{00000000-0000-0000-0000-000000000000}"/>
          </ac:spMkLst>
        </pc:spChg>
        <pc:spChg chg="mod">
          <ac:chgData name="Ashwini Tatikole" userId="1219d8f104f0543e" providerId="LiveId" clId="{001F7B2A-F9E7-448D-9124-2B2999D7FD8E}" dt="2026-02-08T16:30:18.850" v="742" actId="20577"/>
          <ac:spMkLst>
            <pc:docMk/>
            <pc:sldMk cId="0" sldId="257"/>
            <ac:spMk id="65" creationId="{00000000-0000-0000-0000-000000000000}"/>
          </ac:spMkLst>
        </pc:spChg>
      </pc:sldChg>
      <pc:sldChg chg="ord">
        <pc:chgData name="Ashwini Tatikole" userId="1219d8f104f0543e" providerId="LiveId" clId="{001F7B2A-F9E7-448D-9124-2B2999D7FD8E}" dt="2026-02-08T16:29:51.804" v="708"/>
        <pc:sldMkLst>
          <pc:docMk/>
          <pc:sldMk cId="0" sldId="258"/>
        </pc:sldMkLst>
      </pc:sldChg>
      <pc:sldChg chg="addSp delSp mod">
        <pc:chgData name="Ashwini Tatikole" userId="1219d8f104f0543e" providerId="LiveId" clId="{001F7B2A-F9E7-448D-9124-2B2999D7FD8E}" dt="2026-02-08T15:28:33.213" v="293" actId="478"/>
        <pc:sldMkLst>
          <pc:docMk/>
          <pc:sldMk cId="0" sldId="259"/>
        </pc:sldMkLst>
        <pc:spChg chg="add del">
          <ac:chgData name="Ashwini Tatikole" userId="1219d8f104f0543e" providerId="LiveId" clId="{001F7B2A-F9E7-448D-9124-2B2999D7FD8E}" dt="2026-02-08T15:28:33.213" v="293" actId="478"/>
          <ac:spMkLst>
            <pc:docMk/>
            <pc:sldMk cId="0" sldId="259"/>
            <ac:spMk id="19" creationId="{00000000-0000-0000-0000-000000000000}"/>
          </ac:spMkLst>
        </pc:spChg>
      </pc:sldChg>
      <pc:sldChg chg="modSp mod">
        <pc:chgData name="Ashwini Tatikole" userId="1219d8f104f0543e" providerId="LiveId" clId="{001F7B2A-F9E7-448D-9124-2B2999D7FD8E}" dt="2026-02-08T16:28:12.185" v="706" actId="1076"/>
        <pc:sldMkLst>
          <pc:docMk/>
          <pc:sldMk cId="0" sldId="260"/>
        </pc:sldMkLst>
        <pc:spChg chg="mod">
          <ac:chgData name="Ashwini Tatikole" userId="1219d8f104f0543e" providerId="LiveId" clId="{001F7B2A-F9E7-448D-9124-2B2999D7FD8E}" dt="2026-02-08T16:28:12.185" v="706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Ashwini Tatikole" userId="1219d8f104f0543e" providerId="LiveId" clId="{001F7B2A-F9E7-448D-9124-2B2999D7FD8E}" dt="2026-02-08T16:18:33.125" v="639" actId="20577"/>
          <ac:spMkLst>
            <pc:docMk/>
            <pc:sldMk cId="0" sldId="260"/>
            <ac:spMk id="17" creationId="{00000000-0000-0000-0000-000000000000}"/>
          </ac:spMkLst>
        </pc:spChg>
      </pc:sldChg>
      <pc:sldChg chg="addSp delSp modSp mod">
        <pc:chgData name="Ashwini Tatikole" userId="1219d8f104f0543e" providerId="LiveId" clId="{001F7B2A-F9E7-448D-9124-2B2999D7FD8E}" dt="2026-02-08T16:27:34.006" v="705" actId="20577"/>
        <pc:sldMkLst>
          <pc:docMk/>
          <pc:sldMk cId="0" sldId="263"/>
        </pc:sldMkLst>
        <pc:spChg chg="mod">
          <ac:chgData name="Ashwini Tatikole" userId="1219d8f104f0543e" providerId="LiveId" clId="{001F7B2A-F9E7-448D-9124-2B2999D7FD8E}" dt="2026-02-08T16:27:34.006" v="705" actId="20577"/>
          <ac:spMkLst>
            <pc:docMk/>
            <pc:sldMk cId="0" sldId="263"/>
            <ac:spMk id="17" creationId="{00000000-0000-0000-0000-000000000000}"/>
          </ac:spMkLst>
        </pc:spChg>
        <pc:spChg chg="add del mod">
          <ac:chgData name="Ashwini Tatikole" userId="1219d8f104f0543e" providerId="LiveId" clId="{001F7B2A-F9E7-448D-9124-2B2999D7FD8E}" dt="2026-02-08T15:34:50.310" v="370"/>
          <ac:spMkLst>
            <pc:docMk/>
            <pc:sldMk cId="0" sldId="263"/>
            <ac:spMk id="18" creationId="{70B6126F-DF25-05F2-65DE-EE9F0BA6DF63}"/>
          </ac:spMkLst>
        </pc:spChg>
      </pc:sldChg>
      <pc:sldChg chg="modSp mod">
        <pc:chgData name="Ashwini Tatikole" userId="1219d8f104f0543e" providerId="LiveId" clId="{001F7B2A-F9E7-448D-9124-2B2999D7FD8E}" dt="2026-02-08T16:25:30.496" v="686"/>
        <pc:sldMkLst>
          <pc:docMk/>
          <pc:sldMk cId="0" sldId="267"/>
        </pc:sldMkLst>
        <pc:spChg chg="mod">
          <ac:chgData name="Ashwini Tatikole" userId="1219d8f104f0543e" providerId="LiveId" clId="{001F7B2A-F9E7-448D-9124-2B2999D7FD8E}" dt="2026-02-08T16:25:25.642" v="685" actId="14100"/>
          <ac:spMkLst>
            <pc:docMk/>
            <pc:sldMk cId="0" sldId="267"/>
            <ac:spMk id="24" creationId="{00000000-0000-0000-0000-000000000000}"/>
          </ac:spMkLst>
        </pc:spChg>
        <pc:spChg chg="mod">
          <ac:chgData name="Ashwini Tatikole" userId="1219d8f104f0543e" providerId="LiveId" clId="{001F7B2A-F9E7-448D-9124-2B2999D7FD8E}" dt="2026-02-08T16:25:30.496" v="686"/>
          <ac:spMkLst>
            <pc:docMk/>
            <pc:sldMk cId="0" sldId="267"/>
            <ac:spMk id="29" creationId="{00000000-0000-0000-0000-000000000000}"/>
          </ac:spMkLst>
        </pc:spChg>
      </pc:sldChg>
      <pc:sldChg chg="modSp mod">
        <pc:chgData name="Ashwini Tatikole" userId="1219d8f104f0543e" providerId="LiveId" clId="{001F7B2A-F9E7-448D-9124-2B2999D7FD8E}" dt="2026-02-08T15:45:47.457" v="485"/>
        <pc:sldMkLst>
          <pc:docMk/>
          <pc:sldMk cId="0" sldId="268"/>
        </pc:sldMkLst>
        <pc:spChg chg="mod">
          <ac:chgData name="Ashwini Tatikole" userId="1219d8f104f0543e" providerId="LiveId" clId="{001F7B2A-F9E7-448D-9124-2B2999D7FD8E}" dt="2026-02-08T15:36:48.366" v="371"/>
          <ac:spMkLst>
            <pc:docMk/>
            <pc:sldMk cId="0" sldId="268"/>
            <ac:spMk id="18" creationId="{00000000-0000-0000-0000-000000000000}"/>
          </ac:spMkLst>
        </pc:spChg>
        <pc:spChg chg="mod">
          <ac:chgData name="Ashwini Tatikole" userId="1219d8f104f0543e" providerId="LiveId" clId="{001F7B2A-F9E7-448D-9124-2B2999D7FD8E}" dt="2026-02-08T15:37:18.069" v="373"/>
          <ac:spMkLst>
            <pc:docMk/>
            <pc:sldMk cId="0" sldId="268"/>
            <ac:spMk id="25" creationId="{00000000-0000-0000-0000-000000000000}"/>
          </ac:spMkLst>
        </pc:spChg>
        <pc:spChg chg="mod">
          <ac:chgData name="Ashwini Tatikole" userId="1219d8f104f0543e" providerId="LiveId" clId="{001F7B2A-F9E7-448D-9124-2B2999D7FD8E}" dt="2026-02-08T15:38:42.747" v="377"/>
          <ac:spMkLst>
            <pc:docMk/>
            <pc:sldMk cId="0" sldId="268"/>
            <ac:spMk id="35" creationId="{A9E156F9-29E8-6886-AD17-D9015A2CC8D5}"/>
          </ac:spMkLst>
        </pc:spChg>
        <pc:spChg chg="mod">
          <ac:chgData name="Ashwini Tatikole" userId="1219d8f104f0543e" providerId="LiveId" clId="{001F7B2A-F9E7-448D-9124-2B2999D7FD8E}" dt="2026-02-08T15:42:02.968" v="405"/>
          <ac:spMkLst>
            <pc:docMk/>
            <pc:sldMk cId="0" sldId="268"/>
            <ac:spMk id="39" creationId="{7964581A-C212-3C43-3219-F40BA3E7111B}"/>
          </ac:spMkLst>
        </pc:spChg>
        <pc:spChg chg="mod">
          <ac:chgData name="Ashwini Tatikole" userId="1219d8f104f0543e" providerId="LiveId" clId="{001F7B2A-F9E7-448D-9124-2B2999D7FD8E}" dt="2026-02-08T15:45:47.457" v="485"/>
          <ac:spMkLst>
            <pc:docMk/>
            <pc:sldMk cId="0" sldId="268"/>
            <ac:spMk id="40" creationId="{BB2E9726-7117-C400-0BDE-2399A7BBDA4A}"/>
          </ac:spMkLst>
        </pc:spChg>
      </pc:sldChg>
    </pc:docChg>
  </pc:docChgLst>
  <pc:docChgLst>
    <pc:chgData name="Guest User" providerId="Windows Live" clId="Web-{6E428F4D-7AEF-2F31-C653-2B242C02AEE6}"/>
    <pc:docChg chg="modSld">
      <pc:chgData name="Guest User" userId="" providerId="Windows Live" clId="Web-{6E428F4D-7AEF-2F31-C653-2B242C02AEE6}" dt="2026-02-08T16:29:33.780" v="0" actId="20577"/>
      <pc:docMkLst>
        <pc:docMk/>
      </pc:docMkLst>
      <pc:sldChg chg="modSp">
        <pc:chgData name="Guest User" userId="" providerId="Windows Live" clId="Web-{6E428F4D-7AEF-2F31-C653-2B242C02AEE6}" dt="2026-02-08T16:29:33.780" v="0" actId="20577"/>
        <pc:sldMkLst>
          <pc:docMk/>
          <pc:sldMk cId="0" sldId="260"/>
        </pc:sldMkLst>
        <pc:spChg chg="mod">
          <ac:chgData name="Guest User" userId="" providerId="Windows Live" clId="Web-{6E428F4D-7AEF-2F31-C653-2B242C02AEE6}" dt="2026-02-08T16:29:33.780" v="0" actId="20577"/>
          <ac:spMkLst>
            <pc:docMk/>
            <pc:sldMk cId="0" sldId="260"/>
            <ac:spMk id="17" creationId="{00000000-0000-0000-0000-000000000000}"/>
          </ac:spMkLst>
        </pc:spChg>
      </pc:sldChg>
    </pc:docChg>
  </pc:docChgLst>
  <pc:docChgLst>
    <pc:chgData name="Guest User" providerId="Windows Live" clId="Web-{DC2152D7-5E1B-1C85-406E-ED7A3B7834EF}"/>
    <pc:docChg chg="modSld">
      <pc:chgData name="Guest User" userId="" providerId="Windows Live" clId="Web-{DC2152D7-5E1B-1C85-406E-ED7A3B7834EF}" dt="2026-02-08T16:37:34.033" v="28" actId="20577"/>
      <pc:docMkLst>
        <pc:docMk/>
      </pc:docMkLst>
      <pc:sldChg chg="modSp">
        <pc:chgData name="Guest User" userId="" providerId="Windows Live" clId="Web-{DC2152D7-5E1B-1C85-406E-ED7A3B7834EF}" dt="2026-02-08T16:34:05.059" v="24" actId="14100"/>
        <pc:sldMkLst>
          <pc:docMk/>
          <pc:sldMk cId="0" sldId="259"/>
        </pc:sldMkLst>
        <pc:spChg chg="mod">
          <ac:chgData name="Guest User" userId="" providerId="Windows Live" clId="Web-{DC2152D7-5E1B-1C85-406E-ED7A3B7834EF}" dt="2026-02-08T16:33:38.856" v="20" actId="1410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Guest User" userId="" providerId="Windows Live" clId="Web-{DC2152D7-5E1B-1C85-406E-ED7A3B7834EF}" dt="2026-02-08T16:34:05.059" v="24" actId="14100"/>
          <ac:spMkLst>
            <pc:docMk/>
            <pc:sldMk cId="0" sldId="259"/>
            <ac:spMk id="20" creationId="{00000000-0000-0000-0000-000000000000}"/>
          </ac:spMkLst>
        </pc:spChg>
        <pc:spChg chg="mod">
          <ac:chgData name="Guest User" userId="" providerId="Windows Live" clId="Web-{DC2152D7-5E1B-1C85-406E-ED7A3B7834EF}" dt="2026-02-08T16:34:05.012" v="22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Guest User" userId="" providerId="Windows Live" clId="Web-{DC2152D7-5E1B-1C85-406E-ED7A3B7834EF}" dt="2026-02-08T16:34:05.012" v="23" actId="1076"/>
          <ac:spMkLst>
            <pc:docMk/>
            <pc:sldMk cId="0" sldId="259"/>
            <ac:spMk id="22" creationId="{00000000-0000-0000-0000-000000000000}"/>
          </ac:spMkLst>
        </pc:spChg>
      </pc:sldChg>
      <pc:sldChg chg="modSp">
        <pc:chgData name="Guest User" userId="" providerId="Windows Live" clId="Web-{DC2152D7-5E1B-1C85-406E-ED7A3B7834EF}" dt="2026-02-08T16:37:34.033" v="28" actId="20577"/>
        <pc:sldMkLst>
          <pc:docMk/>
          <pc:sldMk cId="0" sldId="263"/>
        </pc:sldMkLst>
        <pc:spChg chg="mod">
          <ac:chgData name="Guest User" userId="" providerId="Windows Live" clId="Web-{DC2152D7-5E1B-1C85-406E-ED7A3B7834EF}" dt="2026-02-08T16:29:00.962" v="12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Guest User" userId="" providerId="Windows Live" clId="Web-{DC2152D7-5E1B-1C85-406E-ED7A3B7834EF}" dt="2026-02-08T16:28:55.056" v="9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Guest User" userId="" providerId="Windows Live" clId="Web-{DC2152D7-5E1B-1C85-406E-ED7A3B7834EF}" dt="2026-02-08T16:37:34.033" v="28" actId="2057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Guest User" userId="" providerId="Windows Live" clId="Web-{DC2152D7-5E1B-1C85-406E-ED7A3B7834EF}" dt="2026-02-08T16:28:23.524" v="5" actId="1076"/>
          <ac:spMkLst>
            <pc:docMk/>
            <pc:sldMk cId="0" sldId="263"/>
            <ac:spMk id="17" creationId="{00000000-0000-0000-0000-000000000000}"/>
          </ac:spMkLst>
        </pc:spChg>
        <pc:picChg chg="mod">
          <ac:chgData name="Guest User" userId="" providerId="Windows Live" clId="Web-{DC2152D7-5E1B-1C85-406E-ED7A3B7834EF}" dt="2026-02-08T16:28:02.149" v="2" actId="1076"/>
          <ac:picMkLst>
            <pc:docMk/>
            <pc:sldMk cId="0" sldId="263"/>
            <ac:picMk id="3" creationId="{00000000-0000-0000-0000-000000000000}"/>
          </ac:picMkLst>
        </pc:picChg>
        <pc:picChg chg="mod">
          <ac:chgData name="Guest User" userId="" providerId="Windows Live" clId="Web-{DC2152D7-5E1B-1C85-406E-ED7A3B7834EF}" dt="2026-02-08T16:28:55.056" v="10" actId="1076"/>
          <ac:picMkLst>
            <pc:docMk/>
            <pc:sldMk cId="0" sldId="263"/>
            <ac:picMk id="15" creationId="{00000000-0000-0000-0000-000000000000}"/>
          </ac:picMkLst>
        </pc:picChg>
      </pc:sldChg>
      <pc:sldChg chg="modSp">
        <pc:chgData name="Guest User" userId="" providerId="Windows Live" clId="Web-{DC2152D7-5E1B-1C85-406E-ED7A3B7834EF}" dt="2026-02-08T16:37:12.298" v="27" actId="20577"/>
        <pc:sldMkLst>
          <pc:docMk/>
          <pc:sldMk cId="0" sldId="267"/>
        </pc:sldMkLst>
        <pc:spChg chg="mod">
          <ac:chgData name="Guest User" userId="" providerId="Windows Live" clId="Web-{DC2152D7-5E1B-1C85-406E-ED7A3B7834EF}" dt="2026-02-08T16:37:12.298" v="27" actId="20577"/>
          <ac:spMkLst>
            <pc:docMk/>
            <pc:sldMk cId="0" sldId="267"/>
            <ac:spMk id="29" creationId="{00000000-0000-0000-0000-000000000000}"/>
          </ac:spMkLst>
        </pc:spChg>
      </pc:sldChg>
    </pc:docChg>
  </pc:docChgLst>
  <pc:docChgLst>
    <pc:chgData name="Vanisha N" userId="4fa47f89d1afd52d" providerId="Windows Live" clId="Web-{B96C3366-4D5A-A605-B85C-DB7E02379935}"/>
    <pc:docChg chg="modSld">
      <pc:chgData name="Vanisha N" userId="4fa47f89d1afd52d" providerId="Windows Live" clId="Web-{B96C3366-4D5A-A605-B85C-DB7E02379935}" dt="2026-02-08T16:30:25.461" v="18" actId="1076"/>
      <pc:docMkLst>
        <pc:docMk/>
      </pc:docMkLst>
      <pc:sldChg chg="modSp">
        <pc:chgData name="Vanisha N" userId="4fa47f89d1afd52d" providerId="Windows Live" clId="Web-{B96C3366-4D5A-A605-B85C-DB7E02379935}" dt="2026-02-08T16:30:25.461" v="18" actId="1076"/>
        <pc:sldMkLst>
          <pc:docMk/>
          <pc:sldMk cId="0" sldId="257"/>
        </pc:sldMkLst>
        <pc:spChg chg="mod">
          <ac:chgData name="Vanisha N" userId="4fa47f89d1afd52d" providerId="Windows Live" clId="Web-{B96C3366-4D5A-A605-B85C-DB7E02379935}" dt="2026-02-08T16:30:20.023" v="17" actId="20577"/>
          <ac:spMkLst>
            <pc:docMk/>
            <pc:sldMk cId="0" sldId="257"/>
            <ac:spMk id="64" creationId="{00000000-0000-0000-0000-000000000000}"/>
          </ac:spMkLst>
        </pc:spChg>
        <pc:spChg chg="mod">
          <ac:chgData name="Vanisha N" userId="4fa47f89d1afd52d" providerId="Windows Live" clId="Web-{B96C3366-4D5A-A605-B85C-DB7E02379935}" dt="2026-02-08T16:30:25.461" v="18" actId="1076"/>
          <ac:spMkLst>
            <pc:docMk/>
            <pc:sldMk cId="0" sldId="257"/>
            <ac:spMk id="6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389839" y="3435400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8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PIXELS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6476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chemeClr val="bg1"/>
                </a:solidFill>
                <a:latin typeface="Poppins"/>
                <a:cs typeface="Poppins"/>
              </a:rPr>
              <a:t>Tatikole Ashwini</a:t>
            </a:r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Poppins"/>
                <a:cs typeface="Poppins"/>
              </a:rPr>
              <a:t>2</a:t>
            </a:r>
            <a:r>
              <a:rPr lang="en-US" sz="1100" baseline="30000">
                <a:solidFill>
                  <a:schemeClr val="bg1"/>
                </a:solidFill>
                <a:latin typeface="Poppins"/>
                <a:cs typeface="Poppins"/>
              </a:rPr>
              <a:t>nd</a:t>
            </a:r>
            <a:r>
              <a:rPr lang="en-US" sz="1100">
                <a:solidFill>
                  <a:schemeClr val="bg1"/>
                </a:solidFill>
                <a:latin typeface="Poppins"/>
                <a:cs typeface="Poppins"/>
              </a:rPr>
              <a:t> Year</a:t>
            </a:r>
          </a:p>
        </p:txBody>
      </p:sp>
      <p:sp>
        <p:nvSpPr>
          <p:cNvPr id="57" name="Text 48"/>
          <p:cNvSpPr txBox="1"/>
          <p:nvPr/>
        </p:nvSpPr>
        <p:spPr>
          <a:xfrm>
            <a:off x="4080053" y="2759443"/>
            <a:ext cx="2011165" cy="144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Poppins"/>
                <a:cs typeface="Poppins"/>
              </a:rPr>
              <a:t>Vanisha Nadimpalli</a:t>
            </a:r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Poppins"/>
                <a:cs typeface="Poppins"/>
              </a:rPr>
              <a:t>2</a:t>
            </a:r>
            <a:r>
              <a:rPr lang="en-US" sz="1100" baseline="30000">
                <a:solidFill>
                  <a:schemeClr val="bg1"/>
                </a:solidFill>
                <a:latin typeface="Poppins"/>
                <a:cs typeface="Poppins"/>
              </a:rPr>
              <a:t>nd</a:t>
            </a:r>
            <a:r>
              <a:rPr lang="en-US" sz="1100">
                <a:solidFill>
                  <a:schemeClr val="bg1"/>
                </a:solidFill>
                <a:latin typeface="Poppins"/>
                <a:cs typeface="Poppins"/>
              </a:rPr>
              <a:t> Year</a:t>
            </a:r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24544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chemeClr val="bg1"/>
                </a:solidFill>
                <a:latin typeface="Poppins"/>
                <a:cs typeface="Poppins"/>
              </a:rPr>
              <a:t>Yadagiri Navadeep Saran</a:t>
            </a:r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Poppins"/>
                <a:cs typeface="Poppins"/>
              </a:rPr>
              <a:t>2</a:t>
            </a:r>
            <a:r>
              <a:rPr lang="en-US" sz="1100" baseline="30000">
                <a:solidFill>
                  <a:schemeClr val="bg1"/>
                </a:solidFill>
                <a:latin typeface="Poppins"/>
                <a:cs typeface="Poppins"/>
              </a:rPr>
              <a:t>nd</a:t>
            </a:r>
            <a:r>
              <a:rPr lang="en-US" sz="1100">
                <a:solidFill>
                  <a:schemeClr val="bg1"/>
                </a:solidFill>
                <a:latin typeface="Poppins"/>
                <a:cs typeface="Poppins"/>
              </a:rPr>
              <a:t> Year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61" name="Text 52"/>
          <p:cNvSpPr txBox="1"/>
          <p:nvPr/>
        </p:nvSpPr>
        <p:spPr>
          <a:xfrm>
            <a:off x="4081958" y="3658980"/>
            <a:ext cx="1907994" cy="8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Poppins"/>
                <a:cs typeface="Poppins"/>
              </a:rPr>
              <a:t>Ravi Tanuja</a:t>
            </a:r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Poppins"/>
                <a:cs typeface="Poppins"/>
              </a:rPr>
              <a:t>2</a:t>
            </a:r>
            <a:r>
              <a:rPr lang="en-US" sz="1100" baseline="30000">
                <a:solidFill>
                  <a:schemeClr val="bg1"/>
                </a:solidFill>
                <a:latin typeface="Poppins"/>
                <a:cs typeface="Poppins"/>
              </a:rPr>
              <a:t>nd</a:t>
            </a:r>
            <a:r>
              <a:rPr lang="en-US" sz="1100">
                <a:solidFill>
                  <a:schemeClr val="bg1"/>
                </a:solidFill>
                <a:latin typeface="Poppins"/>
                <a:cs typeface="Poppins"/>
              </a:rPr>
              <a:t> Year</a:t>
            </a:r>
          </a:p>
        </p:txBody>
      </p:sp>
      <p:sp>
        <p:nvSpPr>
          <p:cNvPr id="63" name="Text 54"/>
          <p:cNvSpPr txBox="1"/>
          <p:nvPr/>
        </p:nvSpPr>
        <p:spPr>
          <a:xfrm>
            <a:off x="923544" y="5152643"/>
            <a:ext cx="10285476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Vallurupalli Nageswara Rao </a:t>
            </a:r>
            <a:r>
              <a:rPr lang="en-IN" sz="12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Vignana</a:t>
            </a:r>
            <a:r>
              <a:rPr lang="en-IN"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Jyothi Institute of Engineering and Technology</a:t>
            </a:r>
            <a:endParaRPr lang="en-US" sz="1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chemeClr val="bg1"/>
                </a:solidFill>
                <a:latin typeface="Poppins"/>
                <a:ea typeface="Poppins" pitchFamily="34" charset="-122"/>
                <a:cs typeface="Poppins"/>
              </a:rPr>
              <a:t>+91 7386309640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65" name="Text 56"/>
          <p:cNvSpPr txBox="1"/>
          <p:nvPr/>
        </p:nvSpPr>
        <p:spPr>
          <a:xfrm>
            <a:off x="6307821" y="6038698"/>
            <a:ext cx="25996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ashwinitatikole24@gmail.com</a:t>
            </a:r>
            <a:endParaRPr 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50946" y="2400620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22853" y="2571613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36643" y="2458404"/>
            <a:ext cx="9707502" cy="462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88E555"/>
                </a:solidFill>
                <a:latin typeface="Poppins"/>
                <a:cs typeface="Poppins"/>
              </a:rPr>
              <a:t>Edge-AI based defect classification system for </a:t>
            </a:r>
            <a:r>
              <a:rPr lang="en-US" sz="2000" err="1">
                <a:solidFill>
                  <a:srgbClr val="88E555"/>
                </a:solidFill>
                <a:latin typeface="Poppins"/>
                <a:cs typeface="Poppins"/>
              </a:rPr>
              <a:t>semi conductor</a:t>
            </a:r>
            <a:r>
              <a:rPr lang="en-US" sz="2000">
                <a:solidFill>
                  <a:srgbClr val="88E555"/>
                </a:solidFill>
                <a:latin typeface="Poppins"/>
                <a:cs typeface="Poppins"/>
              </a:rPr>
              <a:t> wafer/die images</a:t>
            </a:r>
          </a:p>
        </p:txBody>
      </p:sp>
      <p:sp>
        <p:nvSpPr>
          <p:cNvPr id="17" name="Shape 11"/>
          <p:cNvSpPr/>
          <p:nvPr/>
        </p:nvSpPr>
        <p:spPr>
          <a:xfrm>
            <a:off x="858412" y="3193050"/>
            <a:ext cx="10474868" cy="2867381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 lIns="91440" tIns="45720" rIns="91440" bIns="4572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Defect Types</a:t>
            </a:r>
            <a:r>
              <a:rPr lang="en-US" alt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Semiconductor wafers contain multiple defect classes—shorts, opens, bridges, vias, scratches, cracks, and LER that impact product quality.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Current Limitation</a:t>
            </a:r>
            <a:r>
              <a:rPr lang="en-US" alt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Manual visual inspection by human operators is time-consuming, inconsistent, and prone to human error.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 Impact</a:t>
            </a:r>
            <a:r>
              <a:rPr lang="en-US" alt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Missed defects during inspection lead to faulty products reaching customers, causing warranty claims and brand reputation damage.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Industry Criticality</a:t>
            </a:r>
            <a:r>
              <a:rPr lang="en-US" alt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Semiconductors are essential for electronics, IoT, automotive, and AI applications—quality failures have cascading effects.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Production Bottleneck</a:t>
            </a:r>
            <a:r>
              <a:rPr lang="en-US" alt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Manual inspection creates delays in manufacturing workflow, reducing throughput and increasing operational costs.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Need for Automation</a:t>
            </a:r>
            <a:r>
              <a:rPr lang="en-US" alt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Requires an automated, AI-powered defect detection system delivering high accuracy with real-time processing on manufacturing floors.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FFFFFF"/>
                </a:solidFill>
                <a:latin typeface="Poppins"/>
                <a:ea typeface="Poppins" pitchFamily="34" charset="-122"/>
                <a:cs typeface="Poppins"/>
              </a:rPr>
              <a:t>Idea Description - </a:t>
            </a:r>
            <a:endParaRPr lang="en-US" sz="2800" b="1">
              <a:solidFill>
                <a:schemeClr val="tx2"/>
              </a:solidFill>
              <a:latin typeface="Poppins"/>
              <a:cs typeface="Poppins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5202" y="2351691"/>
            <a:ext cx="9805721" cy="1269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88E555"/>
                </a:solidFill>
                <a:latin typeface="Poppins"/>
                <a:ea typeface="+mn-lt"/>
                <a:cs typeface="+mn-lt"/>
              </a:rPr>
              <a:t>Edge-optimized AI model automatically classifies semiconductor wafer defects in real-time.</a:t>
            </a:r>
          </a:p>
          <a:p>
            <a:br>
              <a:rPr lang="en-US"/>
            </a:br>
            <a:endParaRPr lang="en-US" sz="2000">
              <a:solidFill>
                <a:srgbClr val="88E555"/>
              </a:solidFill>
              <a:latin typeface="Poppins"/>
              <a:ea typeface="Calibri"/>
              <a:cs typeface="Calibri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993265" y="3267535"/>
            <a:ext cx="10267798" cy="1260540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3" y="3424887"/>
            <a:ext cx="3895915" cy="20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chemeClr val="bg1"/>
                </a:solidFill>
                <a:latin typeface="Poppins"/>
                <a:ea typeface="Poppins" pitchFamily="34" charset="-122"/>
                <a:cs typeface="Poppins"/>
              </a:rPr>
              <a:t>KEY CONCEPT &amp; APPROACH</a:t>
            </a:r>
            <a:endParaRPr lang="en-US" sz="1400">
              <a:solidFill>
                <a:schemeClr val="bg1"/>
              </a:solidFill>
              <a:latin typeface="Poppins"/>
              <a:ea typeface="Calibri"/>
              <a:cs typeface="Poppins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1184614" y="3875885"/>
            <a:ext cx="9897860" cy="432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chemeClr val="bg1"/>
                </a:solidFill>
                <a:latin typeface="Poppins"/>
                <a:ea typeface="+mn-lt"/>
                <a:cs typeface="+mn-lt"/>
              </a:rPr>
              <a:t>Automated semiconductor defect classification using zero-shot learning for dataset organization followed by transfer learning on a lightweight mobile architecture with class-balancing techniques to create an edge-deployable model.</a:t>
            </a:r>
            <a:endParaRPr lang="en-US">
              <a:solidFill>
                <a:schemeClr val="bg1"/>
              </a:solidFill>
              <a:latin typeface="Poppins"/>
              <a:ea typeface="+mn-lt"/>
              <a:cs typeface="+mn-lt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970853" y="4806347"/>
            <a:ext cx="10357444" cy="1359029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93517" y="4964533"/>
            <a:ext cx="3500051" cy="20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chemeClr val="bg1"/>
                </a:solidFill>
                <a:latin typeface="Poppins"/>
                <a:ea typeface="Poppins" pitchFamily="34" charset="-122"/>
                <a:cs typeface="Poppins"/>
              </a:rPr>
              <a:t>SOLUTION OVERVIEW</a:t>
            </a:r>
            <a:endParaRPr lang="en-US" sz="1400">
              <a:solidFill>
                <a:schemeClr val="bg1"/>
              </a:solidFill>
              <a:latin typeface="Poppins"/>
              <a:ea typeface="Calibri"/>
              <a:cs typeface="Poppins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1162202" y="5529997"/>
            <a:ext cx="993648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chemeClr val="bg1"/>
                </a:solidFill>
                <a:latin typeface="Poppins"/>
                <a:ea typeface="+mn-lt"/>
                <a:cs typeface="Poppins"/>
              </a:rPr>
              <a:t>Developed an edge-ready semiconductor defect classifier by leveraging CLIP for automated data organization, transfer learning with MobileNetV2 to handle severe class imbalance, and ONNX conversion to deliver a 9.11 MB model achieving 69.93% accuracy with sub-100ms inference for NXP </a:t>
            </a:r>
            <a:r>
              <a:rPr lang="en-US" sz="1400" err="1">
                <a:solidFill>
                  <a:schemeClr val="bg1"/>
                </a:solidFill>
                <a:latin typeface="Poppins"/>
                <a:ea typeface="+mn-lt"/>
                <a:cs typeface="Poppins"/>
              </a:rPr>
              <a:t>eIQ</a:t>
            </a:r>
            <a:r>
              <a:rPr lang="en-US" sz="1400">
                <a:solidFill>
                  <a:schemeClr val="bg1"/>
                </a:solidFill>
                <a:latin typeface="Poppins"/>
                <a:ea typeface="+mn-lt"/>
                <a:cs typeface="Poppins"/>
              </a:rPr>
              <a:t>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</a:t>
            </a:r>
            <a:endParaRPr lang="en-US" sz="2600"/>
          </a:p>
        </p:txBody>
      </p:sp>
      <p:sp>
        <p:nvSpPr>
          <p:cNvPr id="9" name="Shape 4"/>
          <p:cNvSpPr/>
          <p:nvPr/>
        </p:nvSpPr>
        <p:spPr>
          <a:xfrm>
            <a:off x="647395" y="2143353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0680" y="2370434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3326" y="2541427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39300" y="2309627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88E555"/>
                </a:solidFill>
                <a:latin typeface="Poppins"/>
                <a:cs typeface="Poppins"/>
              </a:rPr>
              <a:t>Deep learning CNN model for automated semiconductor wafer defect detection, optimized for edge deployment with real-time inference.</a:t>
            </a:r>
            <a:endParaRPr lang="en-US" sz="1800">
              <a:solidFill>
                <a:srgbClr val="88E555"/>
              </a:solidFill>
              <a:latin typeface="Poppins"/>
              <a:cs typeface="Poppins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961949" y="3138447"/>
            <a:ext cx="10267798" cy="3044946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altLang="en-US" sz="1400">
                <a:solidFill>
                  <a:schemeClr val="bg1"/>
                </a:solidFill>
                <a:latin typeface="Poppins"/>
                <a:cs typeface="Poppins"/>
              </a:rPr>
              <a:t>We propose an Edge-AI–based defect classification system using lightweight deep learning to automatically identify wafer defect patterns from semiconductor inspection images. The solution is optimized for fast, low-memory inference suitable for edge deployment in manufacturing environments.</a:t>
            </a:r>
          </a:p>
          <a:p>
            <a:endParaRPr lang="en-US" altLang="en-US" sz="14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altLang="en-US" sz="1400" b="1">
                <a:solidFill>
                  <a:schemeClr val="bg1"/>
                </a:solidFill>
                <a:latin typeface="Poppins"/>
                <a:cs typeface="Poppins"/>
              </a:rPr>
              <a:t>Dataset Plan:</a:t>
            </a:r>
            <a:endParaRPr lang="en-IN">
              <a:solidFill>
                <a:schemeClr val="bg1"/>
              </a:solidFill>
              <a:latin typeface="Poppins"/>
              <a:cs typeface="Poppins"/>
            </a:endParaRPr>
          </a:p>
          <a:p>
            <a: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  <a:t>Total images planned/current:</a:t>
            </a:r>
            <a:r>
              <a:rPr lang="en-IN" sz="1400">
                <a:solidFill>
                  <a:schemeClr val="bg1"/>
                </a:solidFill>
                <a:latin typeface="Poppins"/>
                <a:cs typeface="Poppins"/>
              </a:rPr>
              <a:t> 27900</a:t>
            </a:r>
            <a:endParaRPr lang="en-IN">
              <a:solidFill>
                <a:schemeClr val="bg1"/>
              </a:solidFill>
              <a:latin typeface="Poppins"/>
              <a:cs typeface="Poppins"/>
            </a:endParaRPr>
          </a:p>
          <a:p>
            <a:r>
              <a:rPr lang="en-IN" sz="1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No. of classes:</a:t>
            </a:r>
            <a:r>
              <a:rPr lang="en-IN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8</a:t>
            </a:r>
          </a:p>
          <a:p>
            <a:r>
              <a:rPr lang="en-IN" sz="1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Class list:</a:t>
            </a:r>
            <a:r>
              <a:rPr lang="en-IN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Bridges + CMP_</a:t>
            </a:r>
            <a:r>
              <a:rPr lang="en-US" sz="14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Scratches+cracks+LER+Malformed_Vias+Opens</a:t>
            </a:r>
            <a:r>
              <a:rPr lang="en-IN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+ Clean + Other</a:t>
            </a:r>
          </a:p>
          <a:p>
            <a:r>
              <a:rPr lang="en-IN" sz="1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Class balance plan:</a:t>
            </a:r>
            <a:r>
              <a:rPr lang="en-IN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  </a:t>
            </a: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Balanced class weights (inverse frequency) to handle natural imbalance ratio of up to              18,865:24(786:1)</a:t>
            </a:r>
            <a:endParaRPr lang="en-IN" sz="14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Train/Val/Test split:</a:t>
            </a:r>
            <a:r>
              <a:rPr lang="en-IN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80/10/10</a:t>
            </a:r>
          </a:p>
          <a:p>
            <a:r>
              <a:rPr lang="en-IN" sz="1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Image type:</a:t>
            </a:r>
            <a:r>
              <a:rPr lang="en-IN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pt-BR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Semiconductor microscopy images (SEM/AFM)</a:t>
            </a:r>
            <a:endParaRPr lang="en-IN" sz="14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Labelling method/source:</a:t>
            </a:r>
            <a:r>
              <a:rPr lang="en-IN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 </a:t>
            </a: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CLIP-based zero-shot classification + automated organization</a:t>
            </a:r>
            <a:endParaRPr lang="en-US" altLang="en-US" sz="14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95567" y="222471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67474" y="2395711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45462" y="2208222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88E555">
                    <a:alpha val="90000"/>
                  </a:srgbClr>
                </a:solidFill>
                <a:latin typeface="Poppins"/>
                <a:ea typeface="Poppins" pitchFamily="34" charset="-122"/>
                <a:cs typeface="Poppins"/>
              </a:rPr>
              <a:t>A lightweight MobileNetV2 model is trained using transfer learning on a public semiconductor wafer dataset and evaluated using accuracy, precision, recall, and a confusion matrix on the test set.</a:t>
            </a:r>
            <a:endParaRPr lang="en-US" sz="1800">
              <a:solidFill>
                <a:srgbClr val="88E555">
                  <a:alpha val="90000"/>
                </a:srgbClr>
              </a:solidFill>
              <a:latin typeface="Poppins"/>
              <a:ea typeface="Calibri"/>
              <a:cs typeface="Poppins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1133856" y="3076634"/>
            <a:ext cx="9855861" cy="3315866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  <a:t>Model details:</a:t>
            </a:r>
            <a:br>
              <a:rPr lang="en-IN" sz="1400" b="1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IN" sz="14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  <a:t>Architecture:</a:t>
            </a:r>
            <a:r>
              <a:rPr lang="en-IN" sz="1400">
                <a:solidFill>
                  <a:schemeClr val="bg1"/>
                </a:solidFill>
                <a:latin typeface="Poppins"/>
                <a:cs typeface="Poppins"/>
              </a:rPr>
              <a:t> MobileNetV2+Custom classification Head</a:t>
            </a:r>
          </a:p>
          <a:p>
            <a: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  <a:t>Training approach: </a:t>
            </a:r>
            <a:r>
              <a:rPr lang="en-IN" sz="1400">
                <a:solidFill>
                  <a:schemeClr val="bg1"/>
                </a:solidFill>
                <a:latin typeface="Poppins"/>
                <a:cs typeface="Poppins"/>
              </a:rPr>
              <a:t>Transfer learning + class-Weighted loss</a:t>
            </a:r>
          </a:p>
          <a:p>
            <a: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  <a:t>Input size:</a:t>
            </a:r>
            <a:r>
              <a:rPr lang="en-IN" sz="1400">
                <a:solidFill>
                  <a:schemeClr val="bg1"/>
                </a:solidFill>
                <a:latin typeface="Poppins"/>
                <a:cs typeface="Poppins"/>
              </a:rPr>
              <a:t> 224 x 224 x 3</a:t>
            </a:r>
          </a:p>
          <a:p>
            <a: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  <a:t>Model size:</a:t>
            </a:r>
            <a:r>
              <a:rPr lang="en-IN" sz="1400">
                <a:solidFill>
                  <a:schemeClr val="bg1"/>
                </a:solidFill>
                <a:latin typeface="Poppins"/>
                <a:cs typeface="Poppins"/>
              </a:rPr>
              <a:t> 9.11 MB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  <a:t>Framework: </a:t>
            </a:r>
            <a:r>
              <a:rPr lang="en-US" alt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Training: TensorFlow/</a:t>
            </a:r>
            <a:r>
              <a:rPr lang="en-US" altLang="en-US" sz="14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Keras</a:t>
            </a:r>
            <a:r>
              <a:rPr lang="en-US" alt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               Deployment: ONNX (Edge AI - NXP </a:t>
            </a:r>
            <a:r>
              <a:rPr lang="en-US" altLang="en-US" sz="14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eIQ</a:t>
            </a:r>
            <a:r>
              <a:rPr lang="en-US" alt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compatible)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IN" sz="140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  <a:t>Metrics on your test split:</a:t>
            </a:r>
            <a:br>
              <a:rPr lang="en-IN" sz="1400" b="1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IN" sz="14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  <a:t>Accuracy:</a:t>
            </a:r>
            <a:r>
              <a:rPr lang="en-IN" sz="1400">
                <a:solidFill>
                  <a:schemeClr val="bg1"/>
                </a:solidFill>
                <a:latin typeface="Poppins"/>
                <a:cs typeface="Poppins"/>
              </a:rPr>
              <a:t> 69.93%</a:t>
            </a:r>
          </a:p>
          <a:p>
            <a: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  <a:t>Precision/Recall:</a:t>
            </a:r>
            <a:r>
              <a:rPr lang="en-IN" sz="1400">
                <a:solidFill>
                  <a:schemeClr val="bg1"/>
                </a:solidFill>
                <a:latin typeface="Poppins"/>
                <a:cs typeface="Poppins"/>
              </a:rPr>
              <a:t> 85%/70%</a:t>
            </a:r>
          </a:p>
          <a:p>
            <a: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  <a:t>Confusion Matrix: (image)</a:t>
            </a:r>
            <a:b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</a:br>
            <a:r>
              <a:rPr lang="en-IN" sz="1400" b="1">
                <a:solidFill>
                  <a:schemeClr val="bg1"/>
                </a:solidFill>
                <a:latin typeface="Poppins"/>
                <a:cs typeface="Poppins"/>
              </a:rPr>
              <a:t> </a:t>
            </a:r>
            <a:r>
              <a:rPr lang="en-IN" sz="1400">
                <a:solidFill>
                  <a:schemeClr val="bg1"/>
                </a:solidFill>
                <a:latin typeface="Poppins"/>
                <a:cs typeface="Poppins"/>
              </a:rPr>
              <a:t>https://drive.google.com/file/d/1iZ8y4ObF5GhkJQMyXZHAayQpOO3evA_P/view?usp=drive_link</a:t>
            </a:r>
          </a:p>
          <a:p>
            <a:endParaRPr lang="en-IN" sz="14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4549" y="10877"/>
            <a:ext cx="12187451" cy="684712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06617" y="1165962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761695" y="1122691"/>
            <a:ext cx="3681375" cy="569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Artifacts &amp; Links</a:t>
            </a:r>
            <a:endParaRPr lang="en-US" sz="2600"/>
          </a:p>
        </p:txBody>
      </p:sp>
      <p:sp>
        <p:nvSpPr>
          <p:cNvPr id="9" name="Shape 4"/>
          <p:cNvSpPr/>
          <p:nvPr/>
        </p:nvSpPr>
        <p:spPr>
          <a:xfrm>
            <a:off x="416690" y="1788770"/>
            <a:ext cx="11203506" cy="478576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Text 11"/>
          <p:cNvSpPr txBox="1"/>
          <p:nvPr/>
        </p:nvSpPr>
        <p:spPr>
          <a:xfrm>
            <a:off x="710207" y="1676492"/>
            <a:ext cx="3639314" cy="41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500" b="1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/>
          </a:p>
        </p:txBody>
      </p:sp>
      <p:sp>
        <p:nvSpPr>
          <p:cNvPr id="18" name="Shape 12"/>
          <p:cNvSpPr/>
          <p:nvPr/>
        </p:nvSpPr>
        <p:spPr>
          <a:xfrm>
            <a:off x="689612" y="2029095"/>
            <a:ext cx="9334027" cy="448904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r>
              <a:rPr lang="en-IN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https://github.com/Vanisha-18/semiconductor-defect-classification-edge-ai</a:t>
            </a:r>
          </a:p>
        </p:txBody>
      </p:sp>
      <p:sp>
        <p:nvSpPr>
          <p:cNvPr id="21" name="Shape 14"/>
          <p:cNvSpPr/>
          <p:nvPr/>
        </p:nvSpPr>
        <p:spPr>
          <a:xfrm>
            <a:off x="545688" y="4585409"/>
            <a:ext cx="9830967" cy="825478"/>
          </a:xfrm>
          <a:prstGeom prst="roundRect">
            <a:avLst>
              <a:gd name="adj" fmla="val 1079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6"/>
          <p:cNvSpPr txBox="1"/>
          <p:nvPr/>
        </p:nvSpPr>
        <p:spPr>
          <a:xfrm>
            <a:off x="751398" y="2721515"/>
            <a:ext cx="3454025" cy="305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/>
          </a:p>
        </p:txBody>
      </p:sp>
      <p:sp>
        <p:nvSpPr>
          <p:cNvPr id="25" name="Shape 17"/>
          <p:cNvSpPr/>
          <p:nvPr/>
        </p:nvSpPr>
        <p:spPr>
          <a:xfrm>
            <a:off x="730803" y="3029670"/>
            <a:ext cx="9334026" cy="397431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r>
              <a:rPr lang="en-IN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https://drive.google.com/file/d/1qByS3AvmUSoQKtkTevO7nTg5aLYHIlcC/view?usp=sharing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D1E1636-7F31-19F1-1DD0-3AB3F8302738}"/>
              </a:ext>
            </a:extLst>
          </p:cNvPr>
          <p:cNvSpPr/>
          <p:nvPr/>
        </p:nvSpPr>
        <p:spPr>
          <a:xfrm>
            <a:off x="761695" y="4433105"/>
            <a:ext cx="9534934" cy="742502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98CD1CB-02D1-12CD-9434-E5B77DD8DEAE}"/>
              </a:ext>
            </a:extLst>
          </p:cNvPr>
          <p:cNvSpPr/>
          <p:nvPr/>
        </p:nvSpPr>
        <p:spPr>
          <a:xfrm>
            <a:off x="761695" y="4433105"/>
            <a:ext cx="9534934" cy="803664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99CDA1F-2705-6684-5605-1EC7ACCDA546}"/>
              </a:ext>
            </a:extLst>
          </p:cNvPr>
          <p:cNvSpPr/>
          <p:nvPr/>
        </p:nvSpPr>
        <p:spPr>
          <a:xfrm>
            <a:off x="571500" y="3928188"/>
            <a:ext cx="9857479" cy="803664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1B2688-4AD5-0ECD-4A2C-F1AA999245CF}"/>
              </a:ext>
            </a:extLst>
          </p:cNvPr>
          <p:cNvSpPr/>
          <p:nvPr/>
        </p:nvSpPr>
        <p:spPr>
          <a:xfrm>
            <a:off x="571500" y="3928188"/>
            <a:ext cx="9944100" cy="886408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E7B8BF4D-B964-A7C6-1D31-89D760A1E3EB}"/>
              </a:ext>
            </a:extLst>
          </p:cNvPr>
          <p:cNvSpPr txBox="1"/>
          <p:nvPr/>
        </p:nvSpPr>
        <p:spPr>
          <a:xfrm>
            <a:off x="751397" y="3686842"/>
            <a:ext cx="3454025" cy="305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88E555"/>
                </a:solidFill>
                <a:latin typeface="Poppins" pitchFamily="34" charset="0"/>
                <a:cs typeface="Poppins" pitchFamily="34" charset="-120"/>
              </a:rPr>
              <a:t>Dataset ZIP link</a:t>
            </a:r>
            <a:endParaRPr lang="en-US" sz="1500"/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A9E156F9-29E8-6886-AD17-D9015A2CC8D5}"/>
              </a:ext>
            </a:extLst>
          </p:cNvPr>
          <p:cNvSpPr/>
          <p:nvPr/>
        </p:nvSpPr>
        <p:spPr>
          <a:xfrm>
            <a:off x="791240" y="3957022"/>
            <a:ext cx="9294184" cy="386748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r>
              <a:rPr lang="en-IN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https://drive.google.com/drive/folders/1uKFTmw25IH3mjKaPWMHHpKNHDYhizfzs?usp=drive_link</a:t>
            </a:r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9C9BC88E-8147-E08C-E956-35C6D760F409}"/>
              </a:ext>
            </a:extLst>
          </p:cNvPr>
          <p:cNvSpPr/>
          <p:nvPr/>
        </p:nvSpPr>
        <p:spPr>
          <a:xfrm>
            <a:off x="549485" y="5524490"/>
            <a:ext cx="9847473" cy="1063611"/>
          </a:xfrm>
          <a:prstGeom prst="roundRect">
            <a:avLst>
              <a:gd name="adj" fmla="val 16099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86A406C1-4D2B-924F-63C6-789BC3C2D65A}"/>
              </a:ext>
            </a:extLst>
          </p:cNvPr>
          <p:cNvSpPr/>
          <p:nvPr/>
        </p:nvSpPr>
        <p:spPr>
          <a:xfrm>
            <a:off x="562186" y="3687784"/>
            <a:ext cx="9829212" cy="789329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38ECD428-B948-3C18-A59A-127F03F2B3CD}"/>
              </a:ext>
            </a:extLst>
          </p:cNvPr>
          <p:cNvSpPr/>
          <p:nvPr/>
        </p:nvSpPr>
        <p:spPr>
          <a:xfrm>
            <a:off x="565430" y="2669494"/>
            <a:ext cx="9823345" cy="912895"/>
          </a:xfrm>
          <a:prstGeom prst="roundRect">
            <a:avLst>
              <a:gd name="adj" fmla="val 17659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7964581A-C212-3C43-3219-F40BA3E7111B}"/>
              </a:ext>
            </a:extLst>
          </p:cNvPr>
          <p:cNvSpPr/>
          <p:nvPr/>
        </p:nvSpPr>
        <p:spPr>
          <a:xfrm>
            <a:off x="780942" y="4900411"/>
            <a:ext cx="9294184" cy="408945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r>
              <a:rPr lang="en-IN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https://drive.google.com/file/d/1o3DDbjcMov8xbpt6PkzYStKMcLOTmJl3/view?usp=drive_link</a:t>
            </a: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BB2E9726-7117-C400-0BDE-2399A7BBDA4A}"/>
              </a:ext>
            </a:extLst>
          </p:cNvPr>
          <p:cNvSpPr/>
          <p:nvPr/>
        </p:nvSpPr>
        <p:spPr>
          <a:xfrm>
            <a:off x="762256" y="5837922"/>
            <a:ext cx="9287224" cy="630705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IN" sz="1400">
                <a:solidFill>
                  <a:schemeClr val="bg1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</a:rPr>
              <a:t>https://docs.google.com/document/d/1GwZR1t4I2iKUrBogeYhUHgmXlFUSo5haxoOUYyzSgCo/edit?usp=sharing</a:t>
            </a:r>
            <a:endParaRPr lang="en-US" sz="140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9D20C756-C4B3-6568-C323-EACBD8000090}"/>
              </a:ext>
            </a:extLst>
          </p:cNvPr>
          <p:cNvSpPr txBox="1"/>
          <p:nvPr/>
        </p:nvSpPr>
        <p:spPr>
          <a:xfrm>
            <a:off x="741100" y="4582739"/>
            <a:ext cx="3454025" cy="305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ONNX model link</a:t>
            </a:r>
            <a:endParaRPr lang="en-US" sz="150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54732AAD-593A-73C8-0EEB-C5FA5F245C24}"/>
              </a:ext>
            </a:extLst>
          </p:cNvPr>
          <p:cNvSpPr txBox="1"/>
          <p:nvPr/>
        </p:nvSpPr>
        <p:spPr>
          <a:xfrm>
            <a:off x="741100" y="5529643"/>
            <a:ext cx="3454025" cy="305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 report link</a:t>
            </a:r>
            <a:endParaRPr lang="en-US" sz="1500"/>
          </a:p>
        </p:txBody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E3A87BCD-3EA4-506B-F610-007B30AA7784}"/>
              </a:ext>
            </a:extLst>
          </p:cNvPr>
          <p:cNvSpPr/>
          <p:nvPr/>
        </p:nvSpPr>
        <p:spPr>
          <a:xfrm>
            <a:off x="555130" y="1733739"/>
            <a:ext cx="9789778" cy="835775"/>
          </a:xfrm>
          <a:prstGeom prst="roundRect">
            <a:avLst>
              <a:gd name="adj" fmla="val 1079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-1567" y="3370"/>
            <a:ext cx="12074013" cy="679226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/>
          </a:p>
        </p:txBody>
      </p:sp>
      <p:sp>
        <p:nvSpPr>
          <p:cNvPr id="20" name="Shape 14"/>
          <p:cNvSpPr/>
          <p:nvPr/>
        </p:nvSpPr>
        <p:spPr>
          <a:xfrm>
            <a:off x="818845" y="2088033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913943" y="2211934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90345" y="2173529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88E555"/>
                </a:solidFill>
                <a:latin typeface="Poppins" pitchFamily="34" charset="0"/>
                <a:cs typeface="Poppins" pitchFamily="34" charset="-120"/>
              </a:rPr>
              <a:t>Research &amp; References</a:t>
            </a:r>
            <a:endParaRPr lang="en-US" sz="1500"/>
          </a:p>
        </p:txBody>
      </p:sp>
      <p:sp>
        <p:nvSpPr>
          <p:cNvPr id="24" name="Shape 17"/>
          <p:cNvSpPr/>
          <p:nvPr/>
        </p:nvSpPr>
        <p:spPr>
          <a:xfrm>
            <a:off x="1207206" y="2824380"/>
            <a:ext cx="9643811" cy="1937950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 txBox="1"/>
          <p:nvPr/>
        </p:nvSpPr>
        <p:spPr>
          <a:xfrm>
            <a:off x="1585959" y="2829411"/>
            <a:ext cx="8890627" cy="193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bg1"/>
                </a:solidFill>
                <a:latin typeface="Poppins"/>
                <a:cs typeface="Poppins"/>
              </a:rPr>
              <a:t>1. https://researchdata.ntu.edu.sg/dataset.xhtml?persistentId=doi:10.21979/N9/WBLTFI</a:t>
            </a:r>
          </a:p>
          <a:p>
            <a:endParaRPr lang="en-US" sz="1600">
              <a:solidFill>
                <a:schemeClr val="bg1"/>
              </a:solidFill>
              <a:latin typeface="Poppins"/>
              <a:cs typeface="Poppins"/>
            </a:endParaRPr>
          </a:p>
          <a:p>
            <a:r>
              <a:rPr lang="en-US" sz="1600">
                <a:solidFill>
                  <a:schemeClr val="bg1"/>
                </a:solidFill>
                <a:latin typeface="Poppins"/>
                <a:cs typeface="Poppins"/>
              </a:rPr>
              <a:t>2. https://github.com/wenbihan/MIIC-IAD?tab=readme-ov-file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revision>1</cp:revision>
  <dcterms:created xsi:type="dcterms:W3CDTF">2026-01-15T05:38:47Z</dcterms:created>
  <dcterms:modified xsi:type="dcterms:W3CDTF">2026-02-08T16:37:48Z</dcterms:modified>
</cp:coreProperties>
</file>